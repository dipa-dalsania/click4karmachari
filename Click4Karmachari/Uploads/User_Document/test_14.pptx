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A3EA-92A0-4BCF-B5A7-C39C3991D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11A3D-98C0-4276-B1AB-64C01F75D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14068-392A-4445-AD88-00BDAD6A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41D82-4F5B-4090-A056-E366C5B7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76897-8016-4001-887F-F97C11DD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24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3988-699E-491A-AF6D-DB01CE702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BBAA-D804-4731-BE12-64B01166E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5C7D6-8DE3-48F1-B2DB-E472633F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CFAF8-56C3-4BEE-8A8C-4D668885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7BD2F-EAB2-40D2-B6F0-49838B0CE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31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B694-5055-4C01-AA9B-52DF1ED3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29FA0-38D0-4A71-9DB1-C2C808979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152DD-FE4C-499D-BE70-C6300822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0FAEA-C61B-4691-B839-C7D2A689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06489-AAB6-4A14-8E84-05DF645C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592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F261-C7E6-4464-9023-6E1B01EE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E3859-EAE0-4577-898E-C1BC6741D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F1EA2-A688-4359-944D-6BC11FD19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AEDEB-4ECA-4F9C-A708-0B544A3A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DFD9B-1D8A-4EA8-9BD8-0E0C7ABA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4341E-38D2-4768-8DE0-D06B0AFE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09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0B2C-480A-4522-94B7-18208F24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301DA-48BE-4AD1-9CE3-4A8013E8B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C52E4-E0EB-45BD-82EE-5E073A330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B1E91-2DA4-4831-818F-33BFEAFA6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DBE46-3BED-49F8-A8AD-137AF023C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4DC205-8029-48CB-9A89-03369FD6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590C65-AAEF-47A8-A594-57595786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1D887-4F1F-4D49-AB69-639A6A3D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14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77AD-DEFE-49D5-81AD-9863EA75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4A7B2-7C9A-48DE-9599-D3E71DF6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DC779-B132-4853-9405-9FEEF95E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47532-A2B3-43B1-BBF7-43D5AD01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286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AE882-D9D1-4280-A37A-DD91D3A9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D59EA-8EEF-4B92-97EA-5CB62BA4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2C68B-8BAC-4460-A1FD-6E393995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56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D661-7AB8-4C1B-B168-E373C4F5C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1C3E3-4403-4AC5-A94A-95216A56C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1FC55-F983-4D8B-9E00-72580004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4B204-6949-43CA-A2BF-D9361E54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F736D-521A-4F44-ABE6-1FED704C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99A6A-3DAD-44DC-AAC9-389987A0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60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1A33-C79F-4FF0-8DF1-0EAB17ED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BD7DF-39FC-42CE-B881-B4FF7BD6D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00079-E2D9-495A-967B-4F9CB0A5E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C74B4-5DAE-4D56-A652-EE5F15C0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06F4E-BC8A-480E-A525-CC26CEC5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D12EB-D6B9-4845-B7E1-8E1D3CCD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74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E6C0-F200-456D-8B1B-19DA41D0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087F7-F441-4B4D-ACCA-D61E3D337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911F1-445E-43D7-AC8B-EB4A786AE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0697C-4B1D-4C9A-97AB-28A556CE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33F4C-D3E1-43DA-911C-4A39EBF0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249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22FA88-CDDC-449D-A934-C5D0BD1A9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EA8E4-507C-42B6-B309-A13B80F59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E6EBD-DF9D-48BA-A5DE-61AD9918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8F248-1951-410E-8569-7F016B9C9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AE61-3602-4F3B-AB1B-BEE1F56E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51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93939-252C-4ABA-B725-1B760CD6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04F93-8F49-41E3-87B8-E5C767273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A883E-38C4-4F8F-A5EC-C32AE93B3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5F18F-5E09-4DB5-9375-4897703B4B22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10300-26D8-493B-9F45-26653A55E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908B-22CA-4459-AA08-06E073A29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D0FA2-5FAA-4D65-BAE2-A46C9AA2A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03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5437-CBE5-429A-9510-7275FBD368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AB4AD-1F36-46A1-B4B9-C3BE48B3B9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2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2025-08-22T05:27:12Z</dcterms:created>
  <dcterms:modified xsi:type="dcterms:W3CDTF">2025-08-22T05:27:23Z</dcterms:modified>
</cp:coreProperties>
</file>